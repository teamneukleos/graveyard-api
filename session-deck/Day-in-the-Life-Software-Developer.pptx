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energy high. Introduce yourself in one sentence after this slide. Promise: 3 hands-on missions, not 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four goals quickly. Emphasize: interactive, not a TED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Facilitator: start a visible timer. Collect 3–4 ideas and write them on a board — you’ll reuse one later as an example. Affirm every idea; no ‘that’s too hard’.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myth surprised you? Pick 1–2 students. Bridge: ‘Today you’ll feel the reality.’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FACILITATOR: Say your name + one sentence about your work (e.g. Graveyard). Keep under 90 seconds. Then advance to the tools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FACILITATOR: Spend ~2 minutes. Point at 3–4 tools only if short on time (Cursor, Chrome, Docker, pgAdmin). Ask: ‘Which of these have you heard of?’ Optional later: flash Docker/pgAdmin if you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wall/timeline. ‘We’re starting in the morning.’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Storytell: this is a real morning. Developers don’t start with code — they start with questions. Then launch Task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4:00 timer. Circulate. Call 2–3 pairs. Celebrate clarity over cleverness. Steal good phrases for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step is easiest to forget? (Usually #5 notify.) That’s why we write recipes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(optional demo): Open Swagger or Chrome and hit GET something simple. Narrate: ‘This is me ordering from the kitchen.’ Skip if wifi is flaky.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FACILITATOR: Whisper or hand a broken recipe to 1 group (skip notify OR skip save). After 6 min, 2 groups share. Then the broken group — class fixes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Normalize struggle. Share a 20-second personal bug story if you have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at a time if energy is high (hide extras verbally). Suggested keys: A=2 code, B=1 user (or 3 if UX blame), C=3 unclear, D=2 code/environment. Debate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Humanize the job. Burnout prevention is part of professionalism.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THIS bootcamp: ‘What you’re doing here is the real path.’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take-home. No laptop required. Builds the habit of thinking in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 recap — 45 seconds. Then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2 planted answers ready if silence: salary curiosity → skills; ‘I’m bad at math’ → logic +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One-word checkout optional: each student says one word about the session as they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01A2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SESSION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in the Life of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Software Developer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  ·  Interactive  ·  No coding experience required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don’t just hear about tech — you work like a developer.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mission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hour, you will be able to: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185623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a real idea into clear steps a computer can follow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80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290779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a developer’s day actually looks like (it’s not just typing)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31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20240" y="395935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the three superpowers: clarify → build → debug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4754880"/>
            <a:ext cx="11155680" cy="91440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9834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20240" y="5010912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one thing you can try tonight — for real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Shape 2"/>
          <p:cNvSpPr/>
          <p:nvPr/>
        </p:nvSpPr>
        <p:spPr>
          <a:xfrm>
            <a:off x="10378440" y="256032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F4C95F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2560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560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ICEBREAKER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had one week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 laptop…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app would you build for your school, friends, or community?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11155680" cy="2011680"/>
          </a:xfrm>
          <a:prstGeom prst="roundRect">
            <a:avLst>
              <a:gd name="adj" fmla="val 6364"/>
            </a:avLst>
          </a:prstGeom>
          <a:solidFill>
            <a:srgbClr val="1520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51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we’ll do this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 alone — think of one idea
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a neighbor — share in one sentence
</a:t>
            </a:r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hear 3–4 shout-outs out loud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people think vs what it’s like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394960" cy="5120640"/>
          </a:xfrm>
          <a:prstGeom prst="roundRect">
            <a:avLst>
              <a:gd name="adj" fmla="val 2500"/>
            </a:avLst>
          </a:prstGeom>
          <a:solidFill>
            <a:srgbClr val="15203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You sit alone and type all 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You have to be a math genius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One genius writes the whole 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If it works once, you’re done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It’s only for people who started coding at 10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1097280"/>
            <a:ext cx="5394960" cy="5120640"/>
          </a:xfrm>
          <a:prstGeom prst="roundRect">
            <a:avLst>
              <a:gd name="adj" fmla="val 2500"/>
            </a:avLst>
          </a:prstGeom>
          <a:solidFill>
            <a:srgbClr val="163528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You talk, sketch, ask questions, then 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Curiosity + persistence beat ‘genius’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3383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Teams ship apps — like a film crew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4114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You fix, improve, and ship again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4846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Bootcamps &amp; practice open the door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job (in plain English)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an app like a restaurant…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3611880" cy="3291840"/>
          </a:xfrm>
          <a:prstGeom prst="roundRect">
            <a:avLst>
              <a:gd name="adj" fmla="val 3889"/>
            </a:avLst>
          </a:prstGeom>
          <a:solidFill>
            <a:srgbClr val="152033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554480"/>
            <a:ext cx="3611880" cy="128016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65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dining room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and tap — buttons, screens, animations.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3611880" cy="3291840"/>
          </a:xfrm>
          <a:prstGeom prst="roundRect">
            <a:avLst>
              <a:gd name="adj" fmla="val 3889"/>
            </a:avLst>
          </a:prstGeom>
          <a:solidFill>
            <a:srgbClr val="1520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1554480"/>
            <a:ext cx="3611880" cy="12801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965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2628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kitchen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1089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logic — accounts, data, “save this,” “send that.”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2440" y="1554480"/>
            <a:ext cx="3611880" cy="3291840"/>
          </a:xfrm>
          <a:prstGeom prst="roundRect">
            <a:avLst>
              <a:gd name="adj" fmla="val 3889"/>
            </a:avLst>
          </a:prstGeom>
          <a:solidFill>
            <a:srgbClr val="1520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092440" y="1554480"/>
            <a:ext cx="3611880" cy="128016"/>
          </a:xfrm>
          <a:prstGeom prst="rect">
            <a:avLst/>
          </a:prstGeom>
          <a:solidFill>
            <a:srgbClr val="F4C95F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965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6676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waiter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31089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orders between the screen and the kitchen.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52120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spend a lot of my days in the kitchen — building APIs that power real products.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57150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the apps that stay open on my screen all day.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open on my screen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developer’s “desk” is mostly software. Here’s what I use almost every day: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88920" cy="2240280"/>
          </a:xfrm>
          <a:prstGeom prst="roundRect">
            <a:avLst>
              <a:gd name="adj" fmla="val 4898"/>
            </a:avLst>
          </a:prstGeom>
          <a:solidFill>
            <a:srgbClr val="152033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71600"/>
            <a:ext cx="278892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write code with an AI teammate beside 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88920" cy="2240280"/>
          </a:xfrm>
          <a:prstGeom prst="roundRect">
            <a:avLst>
              <a:gd name="adj" fmla="val 4898"/>
            </a:avLst>
          </a:prstGeom>
          <a:solidFill>
            <a:srgbClr val="152033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371600"/>
            <a:ext cx="2788920" cy="109728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classic code editor — open files, edit, run projects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88920" cy="2240280"/>
          </a:xfrm>
          <a:prstGeom prst="roundRect">
            <a:avLst>
              <a:gd name="adj" fmla="val 4898"/>
            </a:avLst>
          </a:prstGeom>
          <a:solidFill>
            <a:srgbClr val="1520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371600"/>
            <a:ext cx="2788920" cy="109728"/>
          </a:xfrm>
          <a:prstGeom prst="rect">
            <a:avLst/>
          </a:prstGeom>
          <a:solidFill>
            <a:srgbClr val="F4C95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Chrome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through the app + DevTools when something looks wrong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0" y="1371600"/>
            <a:ext cx="2788920" cy="2240280"/>
          </a:xfrm>
          <a:prstGeom prst="roundRect">
            <a:avLst>
              <a:gd name="adj" fmla="val 4898"/>
            </a:avLst>
          </a:prstGeom>
          <a:solidFill>
            <a:srgbClr val="152033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0" y="1371600"/>
            <a:ext cx="2788920" cy="10972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1737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0" y="2331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 up databases &amp; services on my laptop like mini computers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2788920" cy="2240280"/>
          </a:xfrm>
          <a:prstGeom prst="roundRect">
            <a:avLst>
              <a:gd name="adj" fmla="val 4898"/>
            </a:avLst>
          </a:prstGeom>
          <a:solidFill>
            <a:srgbClr val="152033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840480"/>
            <a:ext cx="2788920" cy="109728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06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pgAdmin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Peek inside the database — see the real saved data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91840" y="3840480"/>
            <a:ext cx="2788920" cy="2240280"/>
          </a:xfrm>
          <a:prstGeom prst="roundRect">
            <a:avLst>
              <a:gd name="adj" fmla="val 4898"/>
            </a:avLst>
          </a:prstGeom>
          <a:solidFill>
            <a:srgbClr val="152033"/>
          </a:solidFill>
          <a:ln/>
        </p:spPr>
      </p:sp>
      <p:sp>
        <p:nvSpPr>
          <p:cNvPr id="27" name="Shape 25"/>
          <p:cNvSpPr/>
          <p:nvPr/>
        </p:nvSpPr>
        <p:spPr>
          <a:xfrm>
            <a:off x="3291840" y="3840480"/>
            <a:ext cx="2788920" cy="109728"/>
          </a:xfrm>
          <a:prstGeom prst="rect">
            <a:avLst/>
          </a:prstGeom>
          <a:solidFill>
            <a:srgbClr val="E85D8A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4206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Figma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74720" y="48006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designs &amp; screens before (and while) we build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3840480"/>
            <a:ext cx="2788920" cy="2240280"/>
          </a:xfrm>
          <a:prstGeom prst="roundRect">
            <a:avLst>
              <a:gd name="adj" fmla="val 4898"/>
            </a:avLst>
          </a:prstGeom>
          <a:solidFill>
            <a:srgbClr val="152033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3840480"/>
            <a:ext cx="2788920" cy="109728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206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00800" y="48006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history of the code and work with a team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0" y="3840480"/>
            <a:ext cx="2788920" cy="2240280"/>
          </a:xfrm>
          <a:prstGeom prst="roundRect">
            <a:avLst>
              <a:gd name="adj" fmla="val 4898"/>
            </a:avLst>
          </a:prstGeom>
          <a:solidFill>
            <a:srgbClr val="152033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0" y="3840480"/>
            <a:ext cx="2788920" cy="109728"/>
          </a:xfrm>
          <a:prstGeom prst="rect">
            <a:avLst/>
          </a:prstGeom>
          <a:solidFill>
            <a:srgbClr val="F4C95F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0" y="42062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326880" y="48006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commands — install, run, migrate, deploy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day. Four chapters.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We’re going to live this timeline together — with missions along the way.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743200" cy="4023360"/>
          </a:xfrm>
          <a:prstGeom prst="roundRect">
            <a:avLst>
              <a:gd name="adj" fmla="val 4667"/>
            </a:avLst>
          </a:prstGeom>
          <a:solidFill>
            <a:srgbClr val="152033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148840"/>
            <a:ext cx="822960" cy="822960"/>
          </a:xfrm>
          <a:prstGeom prst="ellipse">
            <a:avLst/>
          </a:prstGeom>
          <a:solidFill>
            <a:srgbClr val="FF8A5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 lands.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clarify the problem.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828800"/>
            <a:ext cx="2743200" cy="4023360"/>
          </a:xfrm>
          <a:prstGeom prst="roundRect">
            <a:avLst>
              <a:gd name="adj" fmla="val 4667"/>
            </a:avLst>
          </a:prstGeom>
          <a:solidFill>
            <a:srgbClr val="152033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214884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566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Midday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break it down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build the recipe.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743200" cy="4023360"/>
          </a:xfrm>
          <a:prstGeom prst="roundRect">
            <a:avLst>
              <a:gd name="adj" fmla="val 4667"/>
            </a:avLst>
          </a:prstGeom>
          <a:solidFill>
            <a:srgbClr val="1520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2148840"/>
            <a:ext cx="822960" cy="82296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4652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566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breaks.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debug together.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89720" y="1828800"/>
            <a:ext cx="2743200" cy="4023360"/>
          </a:xfrm>
          <a:prstGeom prst="roundRect">
            <a:avLst>
              <a:gd name="adj" fmla="val 4667"/>
            </a:avLst>
          </a:prstGeom>
          <a:solidFill>
            <a:srgbClr val="1520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49840" y="2148840"/>
            <a:ext cx="822960" cy="822960"/>
          </a:xfrm>
          <a:prstGeom prst="ellipse">
            <a:avLst/>
          </a:prstGeom>
          <a:solidFill>
            <a:srgbClr val="F4C95F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984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37260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5:30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72600" y="3566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day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418320" y="4160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ship, learn,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plan tomorrow.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8A5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560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9:12 AM — A message lands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1155680" cy="2194560"/>
          </a:xfrm>
          <a:prstGeom prst="roundRect">
            <a:avLst>
              <a:gd name="adj" fmla="val 5833"/>
            </a:avLst>
          </a:prstGeom>
          <a:solidFill>
            <a:srgbClr val="15203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/ WhatsApp energy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“Hey — can students post lost items, and when someone finds one, the owner gets notified?”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it. No fancy words. Just a human need.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A2A4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43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this for?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411480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A2A40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4343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5029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happen when they tap a button?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83880" y="411480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1A2A40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4343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458200" y="5029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the computer remember?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4"/>
          </a:solidFill>
          <a:ln/>
        </p:spPr>
      </p:sp>
      <p:sp>
        <p:nvSpPr>
          <p:cNvPr id="4" name="Shape 2"/>
          <p:cNvSpPr/>
          <p:nvPr/>
        </p:nvSpPr>
        <p:spPr>
          <a:xfrm>
            <a:off x="10378440" y="256032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F4C95F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2560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560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Translator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school wants Lost &amp; Found: students report a lost item; others can mark “I found it.”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1155680" cy="3291840"/>
          </a:xfrm>
          <a:prstGeom prst="roundRect">
            <a:avLst>
              <a:gd name="adj" fmla="val 3889"/>
            </a:avLst>
          </a:prstGeom>
          <a:solidFill>
            <a:srgbClr val="1520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 — write on a phone note or sticky: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Who uses this app?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What happens when someone taps “I found it”?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What should the computer remember? (name, photo, location…)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hear 2–3 pairs. Keep answers short.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560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idea → recipe → code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 just a very picky recipe. Computers do exactly what you write — nothing more.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“Notify the owner”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34340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2926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human steps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18388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52033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331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2926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the computer runs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11155680" cy="1920240"/>
          </a:xfrm>
          <a:prstGeom prst="roundRect">
            <a:avLst>
              <a:gd name="adj" fmla="val 5714"/>
            </a:avLst>
          </a:prstGeom>
          <a:solidFill>
            <a:srgbClr val="0F241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80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recipe (pseudocode)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Show list of lost items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Student taps “I found this”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Ask where &amp; when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Save the find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Notify the owner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9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APIs = the menu for the kitchen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don’t walk into the kitchen — you order from the menu.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152033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19072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DDC9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190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6459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/lost-items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0" y="1645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what’s lost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1520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816352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4C95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163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2743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/lost-items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2743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something new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1520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913632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136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000" y="38404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/lost-items/123/found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0" y="3840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found item #123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152033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5010912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6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109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49377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/me/notifications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4937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updates for me?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4"/>
          </a:solidFill>
          <a:ln/>
        </p:spPr>
      </p:sp>
      <p:sp>
        <p:nvSpPr>
          <p:cNvPr id="4" name="Shape 2"/>
          <p:cNvSpPr/>
          <p:nvPr/>
        </p:nvSpPr>
        <p:spPr>
          <a:xfrm>
            <a:off x="10378440" y="256032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F4C95F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2560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560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recipe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3 — turn Lost &amp; Found into 5–7 numbered steps a computer could follow.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6949440" cy="3931920"/>
          </a:xfrm>
          <a:prstGeom prst="roundRect">
            <a:avLst>
              <a:gd name="adj" fmla="val 3256"/>
            </a:avLst>
          </a:prstGeom>
          <a:solidFill>
            <a:srgbClr val="1520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shape (you can change it)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834640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Student opens Lost &amp; Found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Sees a list of lost items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Taps “I found this”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App asks: where / when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???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???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80960" y="2103120"/>
            <a:ext cx="3977640" cy="3931920"/>
          </a:xfrm>
          <a:prstGeom prst="roundRect">
            <a:avLst>
              <a:gd name="adj" fmla="val 3256"/>
            </a:avLst>
          </a:prstGeom>
          <a:solidFill>
            <a:srgbClr val="2A1A12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292608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group gets a recipe with a missing step.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 spots what’s wrong.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debugging.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6C8C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560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3:40 PM — Something’s wrong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huge part of the job isn’t writing new code — it’s figuring out why the old code misbehaved.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brain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user expect?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Detective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246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happened?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3880" y="22860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3246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the smallest change?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C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developers aren’t people who never break things.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C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They’re people who stay calm and get curious.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424"/>
          </a:solidFill>
          <a:ln/>
        </p:spPr>
      </p:sp>
      <p:sp>
        <p:nvSpPr>
          <p:cNvPr id="4" name="Shape 2"/>
          <p:cNvSpPr/>
          <p:nvPr/>
        </p:nvSpPr>
        <p:spPr>
          <a:xfrm>
            <a:off x="10378440" y="256032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F4C95F"/>
          </a:solidFill>
          <a:ln/>
        </p:spPr>
      </p:sp>
      <p:sp>
        <p:nvSpPr>
          <p:cNvPr id="5" name="Text 3"/>
          <p:cNvSpPr/>
          <p:nvPr/>
        </p:nvSpPr>
        <p:spPr>
          <a:xfrm>
            <a:off x="10378440" y="2560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6C8C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560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hunt — vote with your hands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case, vote:   1️⃣ User mistake   2️⃣ Code mistake   3️⃣ Unclear instructions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5623560" cy="1874520"/>
          </a:xfrm>
          <a:prstGeom prst="roundRect">
            <a:avLst>
              <a:gd name="adj" fmla="val 5854"/>
            </a:avLst>
          </a:prstGeom>
          <a:solidFill>
            <a:srgbClr val="152033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377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says “Item found!” but the owner never gets a message.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623560" cy="1874520"/>
          </a:xfrm>
          <a:prstGeom prst="roundRect">
            <a:avLst>
              <a:gd name="adj" fmla="val 5854"/>
            </a:avLst>
          </a:prstGeom>
          <a:solidFill>
            <a:srgbClr val="1520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2860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78040" y="2377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typed their email wrong, then says “login is broken.”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4023360"/>
            <a:ext cx="5623560" cy="1874520"/>
          </a:xfrm>
          <a:prstGeom prst="roundRect">
            <a:avLst>
              <a:gd name="adj" fmla="val 5854"/>
            </a:avLst>
          </a:prstGeom>
          <a:solidFill>
            <a:srgbClr val="15203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4348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says “Submit” — nobody knows if that reports a loss or a find.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4023360"/>
            <a:ext cx="5623560" cy="1874520"/>
          </a:xfrm>
          <a:prstGeom prst="roundRect">
            <a:avLst>
              <a:gd name="adj" fmla="val 5854"/>
            </a:avLst>
          </a:prstGeom>
          <a:solidFill>
            <a:srgbClr val="1520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434340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389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44348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uploads work on Wi‑Fi but fail on school mobile data.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95F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56032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4C95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560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5:30 PM — Ship, learn, reset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1520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691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what you shipped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057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small fix counts.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1520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803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2788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what broke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Tomorrow-you will thank you.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1520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77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886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feedback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251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&amp; teammates make you sharper.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846320"/>
            <a:ext cx="11155680" cy="960120"/>
          </a:xfrm>
          <a:prstGeom prst="roundRect">
            <a:avLst>
              <a:gd name="adj" fmla="val 9524"/>
            </a:avLst>
          </a:prstGeom>
          <a:solidFill>
            <a:srgbClr val="1520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74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4983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for the day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349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Rested brains ship better code.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don’t need a perfect origin story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Bootcamps exist because skills can be learned on purpose — with practice and projects.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1520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tiny things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calculator. A quiz. A Lost &amp; Found list on paper first.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152033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659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out loud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teach the recipe, you can learn the code.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384048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15203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comfortable stuck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≠ failing. Stuck is the job description.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384048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15203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416052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in public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475488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projects. Ask for feedback. Repeat.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this tonight (15 minutes)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4937760"/>
          </a:xfrm>
          <a:prstGeom prst="roundRect">
            <a:avLst>
              <a:gd name="adj" fmla="val 2593"/>
            </a:avLst>
          </a:prstGeom>
          <a:solidFill>
            <a:srgbClr val="15203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6459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app you use daily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2651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5 steps for ONE button (what happens when you tap it?)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57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657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the step that talks to a “kitchen” (login, save, send, pay…)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63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663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invent one improvement — and the recipe for it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practiced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743200" cy="4114800"/>
          </a:xfrm>
          <a:prstGeom prst="roundRect">
            <a:avLst>
              <a:gd name="adj" fmla="val 4667"/>
            </a:avLst>
          </a:prstGeom>
          <a:solidFill>
            <a:srgbClr val="152033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371600"/>
            <a:ext cx="2743200" cy="164592"/>
          </a:xfrm>
          <a:prstGeom prst="rect">
            <a:avLst/>
          </a:prstGeom>
          <a:solidFill>
            <a:srgbClr val="FF8A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fuzzy requests into clear questions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743200" cy="4114800"/>
          </a:xfrm>
          <a:prstGeom prst="roundRect">
            <a:avLst>
              <a:gd name="adj" fmla="val 4667"/>
            </a:avLst>
          </a:prstGeom>
          <a:solidFill>
            <a:srgbClr val="152033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371600"/>
            <a:ext cx="2743200" cy="16459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recipes before code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1371600"/>
            <a:ext cx="2743200" cy="4114800"/>
          </a:xfrm>
          <a:prstGeom prst="roundRect">
            <a:avLst>
              <a:gd name="adj" fmla="val 4667"/>
            </a:avLst>
          </a:prstGeom>
          <a:solidFill>
            <a:srgbClr val="152033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371600"/>
            <a:ext cx="2743200" cy="164592"/>
          </a:xfrm>
          <a:prstGeom prst="rect">
            <a:avLst/>
          </a:prstGeom>
          <a:solidFill>
            <a:srgbClr val="6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9224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curious when things break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89720" y="1371600"/>
            <a:ext cx="2743200" cy="4114800"/>
          </a:xfrm>
          <a:prstGeom prst="roundRect">
            <a:avLst>
              <a:gd name="adj" fmla="val 4667"/>
            </a:avLst>
          </a:prstGeom>
          <a:solidFill>
            <a:srgbClr val="152033"/>
          </a:solidFill>
          <a:ln/>
        </p:spPr>
      </p:sp>
      <p:sp>
        <p:nvSpPr>
          <p:cNvPr id="18" name="Shape 16"/>
          <p:cNvSpPr/>
          <p:nvPr/>
        </p:nvSpPr>
        <p:spPr>
          <a:xfrm>
            <a:off x="9189720" y="1371600"/>
            <a:ext cx="2743200" cy="164592"/>
          </a:xfrm>
          <a:prstGeom prst="rect">
            <a:avLst/>
          </a:prstGeom>
          <a:solidFill>
            <a:srgbClr val="F4C95F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C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1832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Share, learn, come back tomorrow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C95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01168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me anything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· careers · bootcamp life · “is this for me?” · bugs · APIs · whatever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C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 is too basic. Basic questions are how developers start.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You’re closer than you think.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explain a problem clearly,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steps, and stay curious when it breaks 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already practicing the job.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Now go build something tiny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2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C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 ONLY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presenting here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18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after this slide is for you — timing, mission tips, personalization.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Student-facing deck ends on the thank-you slide.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In Google Speakers notes (View → Show speaker notes) each teaching slide also has cues.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Run-of-show (60 min)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5203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60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960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icebreaker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9601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3 app ideas on 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A2A4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37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Myths + kitchen +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1737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intro + name 3–4 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5203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14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14–24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2514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story + Mission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514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Pairs, 4 min, 2–3 shares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A2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91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3291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 + API + Mission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291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Chrome/Swagger demo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5203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69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36–48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mindset + Mission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4069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Hand-vote bug hunt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A2A4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846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48–55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11680" y="4846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day + paths + tonight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48463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pep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548640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52033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5623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55–60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11680" y="5623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+ Q&amp;A + close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56235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One-word checkout optional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facilitation notes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1430000" cy="1645920"/>
          </a:xfrm>
          <a:prstGeom prst="roundRect">
            <a:avLst>
              <a:gd name="adj" fmla="val 5556"/>
            </a:avLst>
          </a:prstGeom>
          <a:solidFill>
            <a:srgbClr val="15203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1 — Feature Translator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Pairs, 4 min. Circulate. Call 2–3 pairs. Celebrate clarity over cleverness. Steal good phrases for later.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11430000" cy="1645920"/>
          </a:xfrm>
          <a:prstGeom prst="roundRect">
            <a:avLst>
              <a:gd name="adj" fmla="val 5556"/>
            </a:avLst>
          </a:prstGeom>
          <a:solidFill>
            <a:srgbClr val="1520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2 — Write the recipe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3, 6 min. Hand ONE group a broken recipe (missing notify or save). After shares, class finds the gap = debugging.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526280"/>
            <a:ext cx="11430000" cy="1645920"/>
          </a:xfrm>
          <a:prstGeom prst="roundRect">
            <a:avLst>
              <a:gd name="adj" fmla="val 5556"/>
            </a:avLst>
          </a:prstGeom>
          <a:solidFill>
            <a:srgbClr val="15203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3 — Bug hunt keys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code (no notify). B → user / unclear UX. C → unclear instructions. D → code/environment. Debate is the win.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21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present — checklist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Edit the kitchen slide line with your name + one project sentence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A2A4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4767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Decide: live demo (Chrome / Swagger / Docker) or story-only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1635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Print or save one broken recipe for Mission 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A2A4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8503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 Google Slides: end the slideshow on the thank-you slide (skip facilitator section)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438912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5371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Open speaker notes panel — cues are already on each teaching slide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525780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A2A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4223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Materials: timer, stickies/phones, whiteboard for icebreaker ideas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Day in the Life of a Software Developer</dc:title>
  <dc:subject>60-minute interactive bootcamp session for high school students</dc:subject>
  <dc:creator>Bootcamp Facilitator</dc:creator>
  <cp:lastModifiedBy>Bootcamp Facilitator</cp:lastModifiedBy>
  <cp:revision>1</cp:revision>
  <dcterms:created xsi:type="dcterms:W3CDTF">2026-08-05T08:31:50Z</dcterms:created>
  <dcterms:modified xsi:type="dcterms:W3CDTF">2026-08-05T08:31:50Z</dcterms:modified>
</cp:coreProperties>
</file>